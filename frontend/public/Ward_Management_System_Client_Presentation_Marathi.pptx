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प्रगत नागरी प्रशासन व मतदारसंघ व्यवस्थापन प्रणाली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स्मार्ट वॉर्ड व्यवस्थापन प्रणाली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</a:rPr>
              <a:t>Smart Ward Management System (Enterprise Edition v1.0)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BD5E1"/>
                </a:solidFill>
              </a:rPr>
              <a:t>महानगरपालिका, नगरपालिका, नगरसेवक, प्रभाग अधिकारी, कर्मचारी आणि नागरिकांसाठी संपूर्ण एकात्मिक डिजिटल व्यासपीठ — पारदर्शक तक्रार निवारण, दैनंदिन प्रभाग पाहणी वेळापत्रक, कुटुंब व मतदार नोंदणी, शासकीय योजना आणि १००% अस्खलित मराठी व इंग्रजी इंटरफेस.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402336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13308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अधिकृत क्लायंट सादरीकरण  |  थेट उत्पादन आवृत्ती १.०  |  पूर्ण डेटा सुरक्षा व ६० दिवस रिसायकल बिन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कार्यकारी सारांश (Executive Summary)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स्थानिक प्रभाग कारभाराचे डिजिटल सक्षमीकरण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लोकप्रतिनिधी, पालिका प्रशासन आणि प्रभाग नागरिक यांच्यातील अंतर मिटवणारी एकात्मिक प्रणाली.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9144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600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थेट नागरिक तक्रार निवारण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9659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घराचा पत्ता व नकाशाशी जोडलेली तक्रार नोंदणी, प्रत्यक्ष कामापूर्वी व कामानंतरचे फोटो पुरावे, कर्मचाऱ्यांना थेट काम वाटप व २४ तासांत निवारण.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600200"/>
            <a:ext cx="9144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600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नगरसेवक दैनंदिन प्रभाग पाहणी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9659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दैनिक भेटी, बैठका, प्रभागातील विकासकामे, पाहणी दौरे आणि कर्मचाऱ्यांना कामांचे वाटप; सकाळच्या कामांसाठी १-क्लिक छापील अजेंडा.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06324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200400"/>
            <a:ext cx="9144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200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सखोल जनगणती व मालमत्ता नोंद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35661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६-स्तरीय प्रभाग रचना: वॉर्ड &gt; परिसर/कॉलनी &gt; इमारत/अपार्टमेंट &gt; घर/फ्लॅट/दुकान &gt; कुटुंब &gt; नागरिक (मूळ गाव, व्यवसाय, मतदार माहितीसह).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06324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3200400"/>
            <a:ext cx="9144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3200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शासकीय योजना व मतदार केंद्र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35661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शासकीय मतदार यादी अपलोड व विभागणी, १८+ नवमतदार शोध, लाडकी बहीण/घरकुल योजना वाटप आणि दहावा दिवस व वाढदिवस आठवण प्रणाली.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709160"/>
            <a:ext cx="7680960" cy="32004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7548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मुख्य परिणाम: तक्रार निवारणात ७५% वेग, १००% डेटा पारदर्शकता आणि प्रभागातील प्रत्येक कुटुंबाशी थेट लोकसंपर्क.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परिवर्तनाचा मार्ग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पारंपरिक पद्धत विरुद्ध स्मार्ट वॉर्ड डिजिटल उपाय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कागदी वह्या आणि व्हॉट्सअ‍ॅपच्या गोंधळाकडून अधिकृत डिजिटल कार्यप्रणालीकडे.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7680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017520"/>
                <a:gridCol w="3017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कार्यक्षेत्र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पारंपरिक अडचणी (कागदी कारभार)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स्मार्ट वॉर्ड डिजिटल प्रणाली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नागरिक तक्रारी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कागदी नोंदवही, हरवलेली पत्रे, कामाचा पुरावा नाही, नागरिक असमाधानी.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मोबाईलवर तक्रार, प्रत्यक्ष कामाचा आधीचा व नंतरचा फोटो, थेट कर्मचारी नियुक्ती.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नगरसेवक पाहणी दौरा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तोंडी सूचना, विसरलेली कामे, रोजच्या कामांचा लेखी रेकॉर्ड नसणे.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दैनिक वेळापत्रक (भेटी, पाहणी, बैठका), कामाचे वाटप आणि छापील सकाळचा अजेंडा.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प्रभाग जनगणती डेटा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अपडेट नसलेली यादी, भाडेकरूंची अपुरी माहिती, मूळ गावाची नोंद नाही.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६-स्तरीय प्रभाग रचना, कुटुंब वृक्ष, मतदार माहिती, दुकाने व कार्यालयांची स्वतंत्र नोंदणी.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शासकीय योजना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नागरिकांना योजनांची माहिती नाही, पात्र लाभार्थ्यांपर्यंत अर्ज पोहोचत नाहीत.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केंद्रीकृत योजना दालन, वय/लिंग/उत्पन्नानुसार पात्र नागरिक फिल्टर व थेट मेसेज.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डेटा सुरक्षितता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नोंदवही फाटणे किंवा डेटा चुकून डिलीट होणे, पुन्हा मिळवण्याची सोय नाही.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६० दिवस सुरक्षित रिसायकल बिन; डिलीट केलेला डेटा १-क्लिकवर पूर्ववत (Restore).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मराठी भाषा अडचण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इंग्रजी सॉफ्टवेअरमुळे क्षेत्रीय कर्मचारी व सर्वसामान्य नागरिकांना वापरणे कठीण.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द्वि-स्तरीय अस्खलित मराठी प्रणाली: 0ms जलद शब्दकोश + दैनंदिन मजकूर थेट मराठीत.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प्रणाली सुरक्षा व प्रशासन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६-स्तरीय भूमिका-आधारित प्रवेश नियंत्रण (RBAC)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प्रत्येक घटकासाठी स्वतंत्र पोर्टल व कडक डेटा सुरक्षा मर्यादा.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600200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5727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मास्टर अ‍ॅडमिन (Super Admin)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84708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संपूर्ण यंत्रणेवर नियंत्रण, नवीन वॉर्ड तयार करणे, सब-अ‍ॅडमिन नेमणे, ऑडिट लॉग तपासणे आणि संपूर्ण प्रणाली देखभाल.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600200"/>
            <a:ext cx="256032" cy="25603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15727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सब मास्टर अ‍ॅडमिन (Sub Admin)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0" y="184708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झोन/प्रभाग पातळीवर देखरेख, एकाधिक वॉर्डांचे नियंत्रण, नगरसेवक खात्यांची पडताळणी आणि विभागीय अहवाल.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251460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2651760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26243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नगरसेवक (Municipal Corporator)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289864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प्रभागाचा स्वतंत्र डॅशबोर्ड, दैनंदिन दौरा वेळापत्रक, तक्रार देखरेख, प्रभाग घडामोडी, थेट नागरिक संवाद आणि टीम समन्वय.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51460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2651760"/>
            <a:ext cx="256032" cy="25603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26243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प्रभाग कार्यकर्ता / सहाय्यक (Ward Worker)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0" y="289864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नगरसेवकांच्या मार्गदर्शनाखाली काम करणारे प्रभाग कार्यकर्ते/स्वीय सहाय्यक (पालिका कर्मचारी नव्हे); नेमून दिलेल्या परिसरातील तक्रारी सोडवणे, कामाचे फोटो अपलोड करणे, घरोघरी सर्व्हे व दैनंदिन पाठपुरावा.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1520" y="356616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3703320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1188720" y="36758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नागरिक पोर्टल (Citizen Resident)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88720" y="39502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नागरिकांसाठी सोपे पोर्टल; फोटोसह तक्रार नोंदवणे, तक्रारीचा प्रवास पाहणे, वॉर्ड घडामोडी व शासकीय योजना पाहणे.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356616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3703320"/>
            <a:ext cx="256032" cy="25603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36758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सामाजिक कार्यकर्ते व उमेदवार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20640" y="39502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स्थानिक सामाजिक कार्यकर्ते व निवडणूक उमेदवारांसाठी अधिकृत जनसंपर्क व नागरी समन्वय दालन.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प्रमुख कार्यप्रणाली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नागरिक तक्रार निवारण यंत्रणा (Grievance Redressal)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पारदर्शक तक्रार नोंदणी, प्रत्यक्ष कामाचा फोटो पुरावा आणि ५-टप्प्यांची कार्यप्रणाली.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768096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727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१. नागरिक नोंदणी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15544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नागरिक स्वतः मोबाईल किंवा संगणकावरून फोटोसह पाणीपुरवठा, सांडपाणी, रस्ते, पथदिवे, कचरा या श्रेणीत तक्रार नोंदवतो.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148840"/>
            <a:ext cx="768096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2585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२. थेट कर्मचारी नियुक्ती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22402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परिसराच्या नकाशानुसार तक्रार आपोआप संबंधित प्रभाग कर्मचारी व नगरसेवकाकडे सोपवली जाते.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768096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9443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३. प्रत्यक्ष जागेवर काम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29260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कर्मचारी घटनास्थळी भेट देतो, पाहणी करतो आणि तक्रारीची स्थिती "प्रगतीपथावर" (IN_PROGRESS) करतो.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520440"/>
            <a:ext cx="7680960" cy="594360"/>
          </a:xfrm>
          <a:prstGeom prst="roundRect">
            <a:avLst>
              <a:gd name="adj" fmla="val 12308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301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४. कामाचा फोटो पुरावा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36118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काम पूर्ण झाल्यावर कर्मचारी जागेवरील निवारणाचा फोटो (Resolution Proof) अपलोड करतो आणि "निराकरण झाले" (RESOLVED) करतो.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4206240"/>
            <a:ext cx="768096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3159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५. ऑटो-क्लोजर व समाधान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6080" y="42976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नागरिकाने समाधान व्यक्त केल्यावर किंवा रात्रीच्या स्वयंचलित पडताळणीनंतर तक्रार "बंद" (CLOSED) केली जाते.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क्षेत्रीय कार्यक्षमता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नगरसेवक दैनंदिन वेळापत्रक व सकाळची दैनंदिनी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लोकप्रतिनिधी आणि पालिका कर्मचाऱ्यांच्या रोजच्या कामांचे शिस्तबद्ध नियोजन.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कामांचे सुस्पष्ट वर्गीकरण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क्षेत्रीय भेट (Visit), बैठक (Meeting), वॉर्ड पाहणी (Inspection), सार्वजनिक कार्यक्रम (Event) आणि नागरिक गाऱ्हाणे (Citizen Hearing).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प्राधान्यक्रम रचना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20574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तातडीचे (Urgent), उच्च (High), मध्यम (Medium) आणि कमी (Low) प्राधान्य ठरवून महत्त्वाच्या नागरी समस्या आधी सोडवणे.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46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कर्मचाऱ्यांना १-क्लिक काम वाटप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6118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वेळापत्रकातील पाहणी किंवा काम थेट प्रभागातील कर्मचाऱ्याकडे सोपवा; कर्मचाऱ्याने पूर्ण केलेल्या कामाची प्रगती नोंद ठेवा.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310896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246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छापील सकाळचा अजेंडा (PDF)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6118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सकाळच्या रोल-कॉलसाठी १-क्लिकवर दैनंदिन पाहणी पत्रिका (Daily Action Sheet) PDF डाऊनलोड व प्रिंट करा.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डेटा संकलन रचना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प्रभाग जनगणती, घरे व दुकानांची संपूर्ण नोंदणी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प्रभागातील प्रत्येक गल्ली, इमारत, कुटुंब आणि नागरिकाची अचूक माहिती.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768096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361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स्तर १: वॉर्ड (Ward)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0" y="15361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महानगरपालिका वॉर्ड क्रमांक, सीमा वर्णन व नियुक्त नगरसेवक खाते.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011680"/>
            <a:ext cx="7680960" cy="475488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0848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स्तर २: परिसर / कॉलनी (Area)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20848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उपनगर, कॉलनी, झोपडपट्टी, सोसायटी व कर्मचाऱ्यांचे जबाबदारी क्षेत्र.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560320"/>
            <a:ext cx="768096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334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स्तर ३: इमारत / अपार्टमेंट (Apartment)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26334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अपार्टमेंट, गृहनिर्माण सोसायट्या, मजले आणि सदनिका संख्या.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108960"/>
            <a:ext cx="7680960" cy="475488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1821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स्तर ४: घर / दुकान (House &amp; Shop)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31821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निवासी घरे आणि स्वतंत्र व्यावसायिक दुकाने/कार्यालये (मालकी/भाडेकरू).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657600"/>
            <a:ext cx="768096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7307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स्तर ५: कुटुंब घटक (Family)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373075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कुटुंबप्रमुख, मूळ गाव, तालुका, जिल्हा व शिधापत्रिका (Ration Card) माहिती.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206240"/>
            <a:ext cx="7680960" cy="475488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2793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स्तर ६: नागरिक सदस्य (Person)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42793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पूर्ण नाव, जन्मतारीख, मतदार ओळखपत्र, आधार, पॅन, शिक्षण व व्यवसाय.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निवडणूक व्यवस्थापन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शासकीय मतदार यादी व मतदारसंघ सक्षमीकरण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शासकीय मतदार यादी डिजिटल करणे आणि नवमतदारांची शोध मोहीम.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अधिकृत मतदार PDF यादी अपलोड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निवडणूक आयोगाची मतदार PDF यादी थेट अपलोड करा; प्रणाली मतदारांची नावे, अनुक्रमांक आणि ओळखपत्र क्रमांक स्वयंचलित काढते.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वॉर्डनिहाय मतदार विभागणी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20574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काढलेले मतदार संबंधित वॉर्ड, प्रभाग आणि नगरसेवक पोर्टफोलिओमध्ये अचूक विभागले जातात; डेटाची सरमिसळ होत नाही.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46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१८+ नवमतदार शोध यंत्रणा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6118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प्रभागातील जनगणतीमधून १८ वर्षे पूर्ण करणाऱ्या तरुण नागरिकांची स्वयंचलित यादी तयार करून मतदार नोंदणी शिबिरे घेणे सोपे होते.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310896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246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मतदान केंद्र व बूथ मॅपिंग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6118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प्रत्येक कुटुंबाला आणि मतदाराला त्यांचे मतदान केंद्र, खोली क्रमांक आणि यादीतील अनुक्रमांक थेट दाखवा.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जनकल्याणकारी योजना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शासकीय योजना व थेट नागरिक लाभ वाटप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शासन आपल्या दारी — केंद्र व राज्य शासनाच्या योजनांचा १००% प्रभागात लाभ.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768096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727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योजनांची संपूर्ण माहिती दालन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66160" y="157276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लाडकी बहीण योजना, पीएम आवास, संजय गांधी निराधार, शेतकरी सन्मान निधी, शैक्षणिक शिष्यवृत्ती आणि आरोग्य योजनांचा संच.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768096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500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पात्र नागरिक स्वयंचलित शोध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235000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वय, लिंग, उत्पन्न, आणि व्यवसाय (शेतकरी, महिला, विद्यार्थी, ज्येष्ठ नागरिक) यानुसार पात्र लाभार्थी १-क्लिकवर फिल्टर करा.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768096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1272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थेट नागरिक मेसेज प्रसारण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312724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योजनेचा अर्ज भरण्याची तारीख आणि लागणारी कागदपत्रे पात्र नागरिकांना थेट मोबाईल नोटिफिकेशनद्वारे पाठवा.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794760"/>
            <a:ext cx="768096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9044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अर्ज व मंजुरी पाठपुरावा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390448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कोणत्या नागरिकाने कोणत्या योजनेचा लाभ घेतला याची नोंद थेट त्याच्या नागरिक प्रोफाइलमध्ये जतन ठेवा.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सामाजिक बांधिलकी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मृत्यू नोंदणी, दहावा दिवस व नागरिक वाढदिवस आठवण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सुख-दुःखात नागरिकांच्या पाठीशी खंबीरपणे उभे राहणारा संवेदनशील कारभार.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3749040" cy="3200400"/>
          </a:xfrm>
          <a:prstGeom prst="round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मृत्यू नोंद व धार्मिक विधी आठवण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•  निधन झालेल्या नागरिकाची कुटुंब घटकाशी जोडलेली अधिकृत नोंद.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•  दहावा दिवस (10th Day Observance): कुटुंब सांत्वन भेटीसाठी नगरसेवक व टीमला वेळेवर स्वयंचलित सूचना.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•  प्रथम पुण्यस्मरण (1st Year Remembrance): एका वर्षाने पुण्यस्मरणाची पूर्वसूचना.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•  सक्रिय मतदार यादीतून नाव आदराने वेगळे केले जाते, जेणेकरून मतदानाच्या आकडेवारीत त्रुटी राहत नाही.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3749040" cy="3200400"/>
          </a:xfrm>
          <a:prstGeom prst="round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नागरिक वाढदिवस शुभेच्छा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1031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•  जनगणतीमधील जन्मतारखेनुसार स्वयंचलित वाढदिवस दिनदर्शिका.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26974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•  रोज सकाळी नगरसेवकाच्या डॅशबोर्डवर आज वाढदिवस असणाऱ्या प्रभाग नागरिकांची यादी.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32918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•  १-क्लिकवर वैयक्तिक शुभेच्छा संदेश (SMS / WhatsApp) किंवा शुभेच्छा पत्र.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38862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•  पुढील ७, १५ किंवा ३० दिवसांतील वाढदिवस पाहून जनसंपर्काचे नियोजन.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नागरी संवाद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प्रभाग संवाद केंद्र (Community Hub) व थेट चर्चा गट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नागरिक आणि लोकप्रतिनिधींमध्ये विश्वास वाढवणारी अधिकृत संपर्क प्रणाली.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प्रभाग अधिकृत घडामोडी (Updates)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पाणीपुरवठा वेळापत्रक, वीज दुरुस्ती, आरोग्य व लसीकरण शिबिरे आणि सणांचे नियोजन फोटोसह प्रभागात प्रसारित करा.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सर्व-वॉर्ड नागरिक चर्चा गट (All Chat)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20574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प्रभागातील अधिकृत नागरिकांचा संवाद मंच; नागरी समस्यांवर विधायक चर्चा व प्रशासकीय उत्तरे.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46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नगरसेवक कोअर सल्लागार गट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6118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नगरसेवक आणि प्रभागातील ज्येष्ठ नेते, कार्यकर्ते व वॉर्ड समिती सदस्यांसाठी खास बंदिस्त समन्वय गट.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310896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246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मल्टीमीडिया मेसेजिंग व सूचना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6118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फोटो, व्हिडिओ, शासकीय परिपत्रके व महत्त्वाच्या सूचनांचे नागरिकांना जलद वितरण.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समावेशक नागरी तंत्रज्ञान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द्वि-स्तरीय मराठी भाषांतर इंजिन (Dual-Tier Engine)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महाराष्ट्र शासनाच्या प्रशासकीय गरजांसाठी आणि क्षेत्रीय कर्मचाऱ्यांसाठी खास विकसित.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3749040" cy="3200400"/>
          </a:xfrm>
          <a:prstGeom prst="roundRect">
            <a:avLst>
              <a:gd name="adj" fmla="val 2286"/>
            </a:avLst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स्तर १: 0ms थेट स्थानिक शब्दकोश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 इंटरनेटचा विलंब नाही: ५०+ डेटाबेस स्थिती, भूमिका व बटणे एका क्षणात अस्खलित मराठीत.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724912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 तक्रार स्थिती: नोंदवले (SUBMITTED), प्रगतीपथावर (IN_PROGRESS), निराकरण झाले (RESOLVED), बंद केले (CLOSED).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346704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 समस्या प्रकार: पाणीपुरवठा (WATER), रस्ते व वाहतूक (ROADS), कचरा व स्वच्छता (GARBAGE).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968496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 प्रणाली भूमिका: मास्टर अ‍ॅडमिन, नगरसेवक, पालिका कर्मचारी, नागरिक.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3749040" cy="3200400"/>
          </a:xfrm>
          <a:prstGeom prst="roundRect">
            <a:avLst>
              <a:gd name="adj" fmla="val 2286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स्तर २: लाइव्ह म्यूटेशन ऑब्झर्व्हर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103120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 डायनॅमिक मजकूर अनुवाद: नागरिकांनी रोज नव्याने लिहिलेल्या तक्रारी, शेरे व नावांचा रिअल-टाइम अनुवाद.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724912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 रिएक्ट क्रॅश प्रोटेक्शन: गुगल ट्रान्सलेटमुळे वेबसाइट हँग किंवा क्रॅश होऊ नये म्हणून खास DOM सुरक्षा कवच.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3346704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 मराठी/इंग्रजी १-क्लिक टॉगल: भाषा प्राधान्य ब्राऊझरमध्ये कायमस्वरूपी सुरक्षित सेव्ह राहते.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3968496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 मोबाईल व टॅबलेटवर १००% सुसंगत व जलद अनुभव.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डेटा सुरक्षा व गोपनीयता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२-टप्प्यांचे डेटा जीवनचक्र व ३०-दिवसीय सुरक्षित रिसायकल बिन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अनावधानाने डेटा नष्ट होण्यापासून १००% संरक्षण, ७५-दिवसीय ऑटो-अर्काइव्ह व संपूर्ण ऑडिट ट्रेल.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768096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727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स्वतंत्र डेटाबेस तक्ते (Separate Tables)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66160" y="157276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प्रत्येक भूमिकेसाठी स्वतंत्र लॉगिन तक्ते (admin_users, sub_admin_users, nagarsevak_users, employee_users, citizen_users, community_users); यामुळे पासवर्ड व डेटा सुरक्षित राहतो.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768096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500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७५ दिवसांनंतर स्वयंचलित रिसायकल बिन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235000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दैनंदिन शेड्युल/टास्क, नागरिक तक्रारी व चॅट डेटा ७५ दिवसांनंतर थेट नष्ट न होता आपोआप रिसायकल बिनमध्ये सुरक्षित हलवला जातो.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768096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1272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३० दिवस सुरक्षित रिसायकल बिन धोरण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312724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घरे, कुटुंबे, नागरिक, दुकाने किंवा इतर कोणतीही नोंद डिलीट केल्यास ती थेट नष्ट होत नाही; ती ३० दिवस रिसायकल बिनमध्ये सुरक्षित राहते.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794760"/>
            <a:ext cx="768096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9044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१-क्लिक पूर्ववत व ३० दिवसांनंतर ऑटो-पर्ज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390448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३० दिवसांच्या आत कोणतीही नोंद एका क्लिकवर पूर्ववत करता येते. ३० दिवसांनंतर न पुनर्संचयित केलेला डेटा सिस्टीमद्वारे आपोआप कायमचा नष्ट होतो.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तांत्रिक रचना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आधुनिक, स्केलेबल व सुरक्षित उद्योग मानके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स्थिरता, उच्च गती आणि सुरक्षिततेची खात्री देणारी तांत्रिक रचना.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वापरकर्ता इंटरफेस (Frontend)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React 18 + Vite 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161848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अतिजलद सिंगल पेज ॲप्लिकेशन; मोबाईल, टॅबलेट व डेस्कटॉपसाठी १००% रिस्पॉन्सिव्ह डिझाईन; कोणतीही अनावश्यक जड लायब्ररी नाही.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233172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4414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बॅकएंड सर्व्हर (Backend)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7157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Node.js + Express REST API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244144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सुरक्षित JWT ऑथेंटिकेशन, Bcrypt १२ राउंड पासवर्ड एन्क्रिप्शन, हेल्मेट सुरक्षा हेडर, रेट लिमिटिंग व स्वयंचलित डेटाबेस सिंक.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15468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2644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डेटाबेस (Database)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5387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MySQL 8.0 + Sequelize ORM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0" y="326440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मराठी देवनागरीसाठी utf8mb4_unicode_ci सपोर्ट, रिलेशनल फॉरेन कीज, पारदर्शक सॉफ्ट-डिलीट आणि इंडेक्सिंग.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397764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0873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परिनियोजन (Deployment)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43616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सिंगल सर्व्हर किंवा डॉकर कंटेनर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0" y="408736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साध्या क्लाउड सर्व्हरवर किंवा महानगरपालिकेच्या स्वतःच्या डेटा सेंटरमध्ये एकाच पोर्टवर चालणारे स्टँडअलोन मॉडेल.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प्रकल्पाचे मूल्य व फायदे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नागरी सेवेचा उच्च दर्जा व १४ दिवसांत थेट सुरूवात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अल्प कालावधीत संपूर्ण प्रभाग डिजिटल करण्याची सुलभ योजना.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७५%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तक्रार निवारणाचा वेग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97480" y="150876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16002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१००%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97480" y="20574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डिजिटल कुटुंब जनगणती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6002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० ms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63440" y="20574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मराठी भाषा टॉगल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29400" y="150876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16002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७५+३० दिवस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29400" y="20574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२-टप्प्यांचे डेटा जीवनचक्र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26974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१४ दिवसांची टप्प्याटप्प्याने अंमलबजावणी योजना: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017520"/>
            <a:ext cx="76809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09067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टप्पा १: सर्व्हर व वॉर्ड सेटअप (दिवस १–३)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023360" y="309067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सर्व्हर व डेटाबेस इन्स्टॉलेशन, वॉर्ड क्रमांक व सीमा निश्चिती, नगरसेवक व अधिकारी खाती तयार करणे.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" y="3520440"/>
            <a:ext cx="76809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59359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टप्पा २: मतदार व जनगणती नोंद (दिवस ४–७)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023360" y="359359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शासकीय मतदार यादी अपलोड, कॉलनी व सोसायट्यांचे नकाशे तयार करणे व सुरुवातीचा कुटुंब डेटा संकलन.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1520" y="4023360"/>
            <a:ext cx="76809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0965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टप्पा ३: कर्मचारी प्रशिक्षण (दिवस ८–११)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023360" y="409651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प्रभाग कर्मचारी व स्वच्छता निरीक्षकांसाठी मोबाईल ॲपचे प्रशिक्षण; नगरसेवकांसाठी वेळापत्रक नियोजन.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" y="4526280"/>
            <a:ext cx="76809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59943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टप्पा ४: सार्वजनिक लोकार्पण (दिवस १२–१४)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023360" y="459943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प्रभागात नागरिक QR कोड व लिंक्स वाटप; थेट तक्रार निवारण सुरू व २४/७ तांत्रिक सहाय्य.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मनःपूर्वक धन्यवाद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आपल्या प्रभागाला बनवा डिजिटल व आदर्श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पारदर्शक नागरी सेवा, वेळेवर कामे आणि प्रत्येक कुटुंबाशी थेट डिजिटल संवाद.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768096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46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पुढील कार्यवाही व चर्चा: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१. प्रत्यक्ष प्रणालीचे थेट प्रात्यक्षिक (Live Demo) — नगरसेवक व नागरिक पोर्टल.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813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२. प्रभागातील प्रभाग क्रमांक, सीमा आणि कॉलनींची प्राथमिक माहिती नोंदवणे.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10565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३. शासकीय मतदार यादी आणि प्रभाग कर्मचाऱ्यांची नावे प्रणालीत सामावून घेणे.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Digital Civic Administration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स्मार्ट वॉर्ड व्यवस्थापन प्रणाली - सादरीकरण</dc:title>
  <dc:subject>PptxGenJS Presentation</dc:subject>
  <dc:creator>Smart Ward Management Team</dc:creator>
  <cp:lastModifiedBy>Smart Ward Management Team</cp:lastModifiedBy>
  <cp:revision>1</cp:revision>
  <dcterms:created xsi:type="dcterms:W3CDTF">2026-09-28T09:32:59Z</dcterms:created>
  <dcterms:modified xsi:type="dcterms:W3CDTF">2026-09-28T09:32:59Z</dcterms:modified>
</cp:coreProperties>
</file>