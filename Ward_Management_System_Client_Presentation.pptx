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</a:rPr>
              <a:t>ENTERPRISE CIVIC GOVERNANCE &amp; ELECTORAL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Smart Ward Management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(स्मार्ट वॉर्ड व्यवस्थापन व नागरिक सेवा प्रणाली)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 unified, production-ready digital ecosystem empowering Municipal Corporators (Nagarsevaks), Ward Administration, Field Staff, and Citizens with real-time grievance redressal, demographic intelligence, welfare schemes, and 100% Marathi/English bilingual support.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330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Client Presentation  |  Production Release v1.0  |  Full Stack Architecture  |  MySQL 8 + React 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Modernizing Urban &amp; Rural Ward Governance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Bridging the critical gap between citizens, elected representatives, and municipal administration.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914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Real-Time Grievance Redressal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GPS &amp; house-mapped citizen complaint ticketing with before/after photo proofs, automated staff assignment, and overnight auto-closure.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00200"/>
            <a:ext cx="914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00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Nagarsevak Field Command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Digital daily schedules, morning agenda briefs, priority inspections, and 1-click staff task delegation with real-time status tracking.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00400"/>
            <a:ext cx="914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Demographic Census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6-level hierarchy (Ward &gt; Area &gt; Apartment &gt; House/Shop &gt; Family &gt; Person) capturing occupation, age, native place, and documents.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914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200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Electoral &amp; Scheme Hub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5661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Official government voter list upload/extraction, 18+ voter pipeline, targeted welfare scheme distribution, and death/birthday observances.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7680960" cy="3200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Result: 75% faster issue resolution, 100% data transparency, and proactive citizen connect across all wards.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TRANSFORMATION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Current Ward Challenges vs. Smart Ward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Replacing slow paper registers and informal messaging with a centralized civic operating system.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Civic Dimension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Traditional Manual Pain Points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Smart Ward Digital Innovation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Citizen Complaints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Paper register / unorganized WhatsApp, lost tickets, no proof of work.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Geo-tagged mobile ticketing, before/after photo proofs, auto-assignment &amp; SLA tracking.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Nagarsevak Field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Chaotic verbal requests, missed site visits, no written record of daily activities.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Daily schedule planner with category/priority tags, team delegation &amp; printable PDF agenda.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Ward Census &amp;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Outdated registers, unknown house tenants, no native village/occupation data.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6-tier structured census database with voter profile, family trees, and separate commercial register.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Welfare Schemes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Citizens unaware of government schemes, low beneficiary enrollment.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Centralized scheme repository with gender/income/occupation auto-matching &amp; targeted notifications.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Data Safety &amp; History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Accidental records deletion, zero accountability, unrecoverable data loss.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60-day safety retention Recycle Bin with 1-click restore + forensic audit logs.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Language Accessibility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English-only municipal software creates barriers for residents and field staff.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Dual-tier 0ms native Marathi translations + real-time dynamic translator for user data.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SYSTEM SECURITY &amp;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6-Tier Role-Based Access Control (RBAC)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Strict tenant isolation and permission boundaries across all municipal stakeholder levels.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Master Admin (Super Admin)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System-wide control, ward provisioning, sub-admin management, global audit logs, full system configuration.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0020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Sub Master 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18470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Zonal/Prabhag administration, multi-ward supervision, corporator approvals, and regional report analysis.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65176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24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Nagarsevak (Corporator)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898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Dedicated ward dashboard, daily schedule agenda, complaint oversight, ward updates, citizen broadcasting &amp; team coordination.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65176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624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Ward Worker / Staff (Under Nagarsevak)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898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Field karyakartas &amp; office assistants working directly under Nagarsevak (NOT Municipal Corporation staff). Manages area surveys, complaint site visits, photo proofs, and daily schedules.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5661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70332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Citizen Resident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950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Self-service citizen portal, submit grievances with photos, track resolution progress, view ward updates, explore welfare schemes.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5661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0332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Community Stakeholder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950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Designated social workers and election candidates with authorized read access for civic coordination.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CORE FEATURE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Citizen Grievance Redressal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High-transparency complaint resolution with photo proof and multi-stage lifecycle tracking.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Citizen 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Logged via Web/Mobile with photo upload, exact location/house selection, category (Water, Drainage, Roads, Streetlight, Garbage).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58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Auto Assignment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Assigned automatically to designated Ward Employee and Nagarsevak based on colony area mapping.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3. Field 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Employee visits site, inspects issue, updates status to IN_PROGRESS, and coordinates municipal workforce.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30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4. Resolution &amp; Proof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Field employee uploads RESOLUTION photo proof with completion remarks. Status moves to RESOLVED.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15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5. Auto Closure &amp;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Citizen reviews resolution. If no dispute within overnight window, ticket automatically completes to CLOSED.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FIELD PRODUCTIVITY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Nagarsevak Daily Schedule &amp; Agenda Briefings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Structured operational management for municipal corporators and public representatives.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Multi-Category Activity Tagging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Categorize engagements into Field Visits (क्षेत्रीय भेट), Official Meetings, Site Inspections, Community Events, and Citizen Hearings (नागरिक गाऱ्हाणे).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Intelligent Priority Matrix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Tag tasks as URGENT, HIGH, MEDIUM, or LOW to ensure emergency civic works receive immediate attention.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Seamless Staff Delegation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Delegate tasks directly to Ward Employees with tracking notes, completion timestamps, and audit history.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Printable PDF Morning Briefings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Generate 1-click formatted daily PDF agenda sheets for morning team roll-calls, inspections, and administrative records.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DATA MODELING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Comprehensive Demographic &amp; Property Census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Structured 6-level relational hierarchy capturing complete ward intelligence.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1: Ward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36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Municipal Ward definition with boundary &amp; corporator assignment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84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2: Area / Colony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084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Local sub-localities, societies, and employee assignment zones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3: Apartment / Complex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633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Multi-story buildings, flat numbers, building associations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821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4: House / Flat / Shop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182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Residential dwellings and dedicated commercial shops &amp; offices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30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5: Family Unit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730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Household head, native village/taluka/district, ration card details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79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Level 6: Citizen Member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279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Full name, DOB, mobile, voter ID, Aadhaar, occupation &amp;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ELECTORAL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Government Voter List &amp; Electoral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Digitizing official voter rolls and discovering first-time voters.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Official PDF Upload &amp; Extraction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Securely upload official Election Commission voter PDF lists. The system extracts voter serials, names, relations, and ID numbers.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Ward-Wise Dynamic Partitioning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Auto-partition extracted voters into specific wards, sub-localities, and corporator portfolios without cross-ward data overlap.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18+ First-Time Voter Discovery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Automated intelligence engine queries upcoming 18-year-old citizens from the ward census, enabling targeted voter registration drives.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Polling Station &amp; Booth Mapping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Map families and citizens to their designated voting booth, room number, and polling station location.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PUBLIC WELFARE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Government Welfare Schemes &amp; Targeted Outreach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Ensuring 100% saturation of state and central welfare benefits in the ward.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Scheme Knowledgebase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Centralized catalog of government schemes (e.g., Ladki Bahin Yojana, PM Awas, Sanjay Gandhi Niradhar, scholarships, health insurance).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0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Demographic Eligibility Match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350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Filter eligible citizens by gender, age bracket, occupation type (farmer, student, senior, daily wager), and income category.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Direct Citizen Broadcasting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127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Push targeted notifications directly to eligible ward residents informing them of application windows and required documents.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Application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9044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Record citizen scheme inquiries, help desk registrations, and approval statuses directly in citizen voter profiles.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COMMUNITY CONNECTION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Death Observances &amp; Citizen Birthday Milestones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Deepening emotional trust and constituent relationships through thoughtful civic touchpoints.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Death Records &amp; Observance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Record deceased citizens with date of death and family link.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Automated 10th-Day Observance (दहावा दिवस) notification to corporator team for family condolence visits.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Automated 1st-Year Remembrance (प्रथम पुण्यस्मरण) reminder.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Respectful live data cleanup: deceased citizens are moved to death archives without corrupting active voter stats.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Citizen Birthday Greetings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Automated birthday calendar populated directly from census DOBs.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Daily morning alert to Nagarsevak highlighting all ward citizens celebrating birthdays today.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Quick action to send warm personalized greetings via SMS/WhatsApp or letter.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886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 Filter birthdays across 7, 15, or 30 days for proactive community planning.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CIVIC ENGAGEMENT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Ward Community Hub &amp; Real-Time Communication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Modern broadcast and interactive chat channels for ward residents.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Ward Public Updates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Broadcast official municipal development news, water shutdown notices, vaccination camps, and festivals with photos.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All-Ward Community 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Open discussion forum connecting verified ward residents with municipal moderators and corporators.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Nagarsevak Core Group Chat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Exclusive advisory channel for the corporator, key community leaders, and ward action committees.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Multimedia Messaging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Share photos, short videos, PDF documents, and announcements with instant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INCLUSIVE CIVIC TECH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Dual-Tier Marathi &amp; English Localization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Engineered ground-up for 100% bilingual accessibility across Maharashtra municipalities.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Tier 1: Instant Native Dictionary (0ms)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Zero network delay: 50+ UI labels, statuses, roles, and categories render instantly.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Statuses: SUBMITTED (नोंदवले), RESOLVED (निराकरण झाले), CLOSED (बंद केले).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Categories: WATER (पाणीपुरवठा), ROADS (रस्ते व वाहतूक), DRAINAGE (सांडपाणी).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6849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Roles: Master Admin (मास्टर अ‍ॅडमिन), Nagarsevak (नगरसेवक), Citizen (नागरिक).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Tier 2: Real-Time Dynamic Observer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Live MutationObserver: Detects new English content added dynamically by React (new complaints, remarks, citizen names).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Translates daily unstructured user content seamlessly in the background.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DOM Collision Guard: Safe Node.removeChild / insertBefore patch prevents Google Translate React crash bugs.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968496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 Persistent language preference saved across browser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DATA INTEGRITY &amp;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Two-Stage Lifecycle &amp; 30-Day Safe Recycle Bin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Enterprise architecture ensuring zero accidental data loss, 75-day auto-archiving, and 30-day safety recovery.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727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Separate Role Login Tables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Strict separation of admin_users, sub_admin_users, nagarsevak_users, employee_users, citizen_users, and community_users preventing privilege escalation.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0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75-Day Operational Auto-Archive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Active daily tasks/schedules, citizen complaints, and chat records automatically transfer to the Recycle Bin after 75 days, maintaining dashboard speed.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27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30-Day Safe Recycle Bin Retention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1272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Any deleted record across all sections (Houses, Families, Citizens, Shops, Complaints, Schedules, Chats) is safely held in the Recycle Bin for 30 days.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1-Click Restore &amp; 30-Day Permanent Purge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9044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Any deleted or archived record can be restored with 1 click within 30 days. After 30 days in the Recycle Bin, expired records are automatically permanently cleared.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TECHNOLOGY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Enterprise Full-Stack Technology Specifications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Built on open, scalable, and battle-tested industry standards.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Frontend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React 18 + Vite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6184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Component-driven SPA, responsive CSS architecture (mobile-first 320px to 4K), jsPDF document export, custom bilingual UI components.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Backend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44144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RESTful API v2, JWT authentication, Bcrypt 12 rounds, Helmet security headers, rate limiting, and zero-downtime schemaSync service.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Database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MySQL 8.0 + Sequelize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326440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Normalized relational schema, UTF8MB4 full Unicode support for native Devanagari script, indexed foreign keys, paranoid soft-deletes.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87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61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Docker / Single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0" y="408736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Dual deployment: Single Node process serving built frontend + API, or containerized Docker / Kubernetes deployment behind Nginx reverse proxy.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CLIENT VALUE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Tangible Value &amp; Rapid Deployment Timeline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Transforming municipal governance in under 2 weeks.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75%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Faster Grievance Resolution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Digital Census Saturation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0 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Bilingual Interface Switch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50876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6002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75 + 30 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057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Two-Stage Safe Data Lifecycle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Turnkey 2-Week Implementation Plan: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906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Phase 1: Setup &amp; Customization (Days 1–3)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0" y="309067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Server provisioning, ward boundary configuration, MySQL database initialization, corporator accounts setup.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52044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935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Phase 2: Data Ingestion (Days 4–7)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359359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Ingestion of government voter lists, colony boundary mapping, initial commercial &amp; household census import.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965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Phase 3: Staff Training &amp; Pilot (Days 8–11)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409651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Hands-on training for ward employees, field staff mobile app orientation, corporator briefing.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526280"/>
            <a:ext cx="76809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994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Phase 4: Live Launch &amp; Public Rollout (Days 12–14)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0" y="45994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Public citizen portal go-live, QR-code grievance poster deployment, and ongoing SLA support.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for Live Municipal Deployment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Transform your ward into a responsive, transparent, and digitally empowered model governance ecosystem.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Next Steps &amp; Discussion Points: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1. Live Product Demonstration across Master Admin, Nagarsevak, and Citizen panels.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2. Reviewing specific ward boundaries, prabhag numbers, and corporator seat configurations.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1056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3. Ingestion of existing ward voter registers and municipal employee rosters.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Digital Civic Administration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Ward Management System - Executive Client Presentation</dc:title>
  <dc:subject>PptxGenJS Presentation</dc:subject>
  <dc:creator>Smart Ward Management Team</dc:creator>
  <cp:lastModifiedBy>Smart Ward Management Team</cp:lastModifiedBy>
  <cp:revision>1</cp:revision>
  <dcterms:created xsi:type="dcterms:W3CDTF">2026-09-28T09:32:38Z</dcterms:created>
  <dcterms:modified xsi:type="dcterms:W3CDTF">2026-09-28T09:32:38Z</dcterms:modified>
</cp:coreProperties>
</file>